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080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3156-EE38-F47E-6567-130331FD3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9514A-9F09-76F6-5980-EC1119671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72293-6929-60F1-2872-E3110539F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CC27-D94A-46A8-A6B4-86F2DA8F9602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F3A3D-1ACB-23AF-ACD8-9FFD4EAE7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85135-7134-7B8E-4A57-AC7C8D32E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726E-2369-491B-A3DC-F1C72EAD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0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99CD-0B4C-DA5E-DDDD-B2A28CF79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16688-1885-7251-7AAE-DAB3AEFAB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AE5B6-CD64-3024-1E5F-CC9F684DE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CC27-D94A-46A8-A6B4-86F2DA8F9602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1AA69-B3E6-7F0C-67C8-2BE84C790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BA39B-3E43-36ED-6854-5A54827B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726E-2369-491B-A3DC-F1C72EAD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55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B78BF-ECA4-F449-E517-910B3585B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19BC4-2969-C018-6244-E4B5E6C14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48F67-59AC-FB05-166F-31535EDE8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CC27-D94A-46A8-A6B4-86F2DA8F9602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D745A-9CDE-96F1-84F8-2E89F22AD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801F-B15D-1902-191E-A4BE96E8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726E-2369-491B-A3DC-F1C72EAD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37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3289A-6A34-578F-B9CE-DC564FC58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8A33B-B17D-276C-15B8-B085336AA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8CD44-7F54-D875-E128-5CE6B6171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21886-1265-9817-1F83-FD7C6F9ED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CC27-D94A-46A8-A6B4-86F2DA8F9602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0E4CD-54E8-9B48-1CFE-2955D310F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2DD26-0938-43CA-49D9-27B06ABF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726E-2369-491B-A3DC-F1C72EAD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84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B466-014D-6A76-8BE1-5001BDB1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F9139-094D-DFBF-6625-B04FD9615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BEC4ED-AB8E-83E3-B81E-E23FA4775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19145-E512-6EFE-DF79-2601C8490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C682C7-A676-D265-6007-635B67207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5CC014-D82E-5B91-F9DB-8DBE95CF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CC27-D94A-46A8-A6B4-86F2DA8F9602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52B454-75E8-72AB-A4B1-72958D9D7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C168A1-FC69-C50D-6F4D-805EE5A3A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726E-2369-491B-A3DC-F1C72EAD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5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14027-F1FF-2B2C-EE1D-0CCC507A0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D07B0-9F39-A02E-0CBC-F136E25AE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CC27-D94A-46A8-A6B4-86F2DA8F9602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69E218-BE36-133C-7899-E1B3C6EFC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056BF-978D-EECF-1C9D-C8553EB6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726E-2369-491B-A3DC-F1C72EAD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64150-E8A3-C7D9-EB90-6085F630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CC27-D94A-46A8-A6B4-86F2DA8F9602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BB6F1-3A0E-9FAC-1E0D-DFCD40430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F1DCD-F2EA-0D3A-FFF5-E7B110D9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726E-2369-491B-A3DC-F1C72EAD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1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5927-8C23-E4E1-4B2B-0A5A325F6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EF076-9FE9-879E-4090-08D72228B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A99A2D-1322-62CE-D39C-55D5A1F16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52F5D-FA87-DBA9-C9D8-7797C92C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CC27-D94A-46A8-A6B4-86F2DA8F9602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8107A-AA6B-C935-6B19-8B6EDAEA3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82BFA-9523-9F99-98A2-EE5437369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726E-2369-491B-A3DC-F1C72EAD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48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99A8-46A9-2A63-FF7B-B169AF0B4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09A0F-8140-4FD6-6D15-8B520BB2F2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227F5-001A-D004-4A4A-F2E69132A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FA7D8-C77E-E379-F65F-E9A1539D4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CC27-D94A-46A8-A6B4-86F2DA8F9602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BA6FA-DF09-B290-7FCD-D7811E794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9C8BE-CDC9-C1DD-D909-FD3A9DCD5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726E-2369-491B-A3DC-F1C72EAD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1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CF7E6-107C-EFAF-C9DA-54975C59D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AB258-E30D-914C-0005-0B81CDFA7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897AD-D10D-E04A-B0AD-5E1268F2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CC27-D94A-46A8-A6B4-86F2DA8F9602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DC0D9-A0F1-84AD-4028-AC1B708FD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2FDE6-923B-4618-28B9-3D6690E74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726E-2369-491B-A3DC-F1C72EAD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5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9C969C-DA44-BE58-D02B-76F16C826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82923-F6CE-D966-DA35-5CFA458FF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42B95-8D99-F5B8-48C2-CC5196C7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CC27-D94A-46A8-A6B4-86F2DA8F9602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5174B-670B-8020-366F-E455E46F2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8E090-EDB1-C40E-703B-A1057A0C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726E-2369-491B-A3DC-F1C72EAD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35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00AD3-1FC0-D099-FFFA-FE0183A8C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30BFA-CACF-5FED-8CE6-12D63FA9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896DE-B040-8351-15B9-5C373B169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0CC27-D94A-46A8-A6B4-86F2DA8F9602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7B50E-3ADE-DCC3-E321-D0122A035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D6F88-9A07-5907-2C91-8C11E8DED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9726E-2369-491B-A3DC-F1C72EAD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14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0E343-B9F3-30E1-EA8C-A5002526E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06573"/>
            <a:ext cx="9144000" cy="3610809"/>
          </a:xfrm>
        </p:spPr>
        <p:txBody>
          <a:bodyPr>
            <a:normAutofit/>
          </a:bodyPr>
          <a:lstStyle/>
          <a:p>
            <a:r>
              <a:rPr lang="en-US" sz="3600" b="1" i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SECURED MESSAGE SENDING PLATFORM</a:t>
            </a:r>
            <a:br>
              <a:rPr lang="en-US" sz="3600" b="1" i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8000" i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US" sz="3200" b="1" i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Using Python and ML</a:t>
            </a:r>
            <a:br>
              <a:rPr lang="en-US" sz="3200" dirty="0">
                <a:effectLst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F68AB-7596-CF18-FF03-227B4840B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101" y="5202238"/>
            <a:ext cx="3112999" cy="1655762"/>
          </a:xfrm>
        </p:spPr>
        <p:txBody>
          <a:bodyPr/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94B8C8-F98C-8890-1656-3F0B30F3784D}"/>
              </a:ext>
            </a:extLst>
          </p:cNvPr>
          <p:cNvSpPr/>
          <p:nvPr/>
        </p:nvSpPr>
        <p:spPr>
          <a:xfrm rot="2357135">
            <a:off x="7290762" y="758736"/>
            <a:ext cx="7611036" cy="152090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305306-8471-61B2-0508-ED37562CA3C5}"/>
              </a:ext>
            </a:extLst>
          </p:cNvPr>
          <p:cNvSpPr/>
          <p:nvPr/>
        </p:nvSpPr>
        <p:spPr>
          <a:xfrm rot="2357135">
            <a:off x="-3205619" y="6372137"/>
            <a:ext cx="7611036" cy="152090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F2E4DE-5055-0DD8-B081-9C0E0E01E3EE}"/>
              </a:ext>
            </a:extLst>
          </p:cNvPr>
          <p:cNvSpPr txBox="1"/>
          <p:nvPr/>
        </p:nvSpPr>
        <p:spPr>
          <a:xfrm>
            <a:off x="234657" y="5580206"/>
            <a:ext cx="353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: Anurag Wande,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(Intern at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Exposys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Labs)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6135888-E781-7399-C640-176EE56E3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387" y="2251075"/>
            <a:ext cx="4286250" cy="42862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771017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5707F-951B-5081-4570-2880FAE3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25A55-D0BA-0C62-B40B-61BF273BE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3517900"/>
            <a:ext cx="10515600" cy="4589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user authentication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and decryption of messages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SQLite database for user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data security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efficiency and usability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3DFA26-F387-B947-9145-AC7BB2EA33F2}"/>
              </a:ext>
            </a:extLst>
          </p:cNvPr>
          <p:cNvSpPr txBox="1"/>
          <p:nvPr/>
        </p:nvSpPr>
        <p:spPr>
          <a:xfrm>
            <a:off x="1181100" y="2167116"/>
            <a:ext cx="84836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of a secure messaging application using Flask,                    Python, and advanced cryptographic techniques.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B3677E-F7E3-A8A3-7AA4-5EA618FCEA81}"/>
              </a:ext>
            </a:extLst>
          </p:cNvPr>
          <p:cNvSpPr/>
          <p:nvPr/>
        </p:nvSpPr>
        <p:spPr>
          <a:xfrm rot="2357135">
            <a:off x="7443162" y="911136"/>
            <a:ext cx="7611036" cy="152090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3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0915D-65BD-2F4B-26AA-111B94BE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AAF6FF-D653-41E9-9330-A977E4D6C4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077692"/>
            <a:ext cx="10700195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Secure Communication: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Growing digital communication demands high security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Increasing risk of unauthorized access to personal messages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messaging platform with encryption and user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data integrity and confidentiality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 user-friendly experience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AF8872-DB5B-7FEA-AE70-20BCACB3D8D9}"/>
              </a:ext>
            </a:extLst>
          </p:cNvPr>
          <p:cNvSpPr/>
          <p:nvPr/>
        </p:nvSpPr>
        <p:spPr>
          <a:xfrm rot="2357135">
            <a:off x="7443162" y="911136"/>
            <a:ext cx="7611036" cy="152090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19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84E0-773B-29F0-41F9-422D22213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</a:t>
            </a:r>
            <a:b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A0567-2FAF-1052-C479-7B907C6A4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Issues in Messaging Systems:</a:t>
            </a:r>
          </a:p>
          <a:p>
            <a:pPr marL="0" indent="0">
              <a:buNone/>
            </a:pPr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password storage (plaintext or outdated hashing)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end-to-end encryption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user authentication (no MFA)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to message interception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session management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3B56A0-F22D-4891-A467-5E975057ADD5}"/>
              </a:ext>
            </a:extLst>
          </p:cNvPr>
          <p:cNvSpPr/>
          <p:nvPr/>
        </p:nvSpPr>
        <p:spPr>
          <a:xfrm rot="2357135">
            <a:off x="7290762" y="758736"/>
            <a:ext cx="7611036" cy="152090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59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B55C-7950-95A1-0743-AE6F4FA8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with Architecture</a:t>
            </a:r>
            <a:b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5E16392-FDA7-6757-AC62-E0D063C671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3700" y="1488435"/>
            <a:ext cx="911386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Encryption Techniques: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Fernet symmetric encryption for secure message transmission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HMAC and SHA-256 for hashed passwords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 for secure storage of user credentials and messages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web application for backend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and CSS for frontend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FBD205-2434-6A28-27D4-0A5CFE127D5B}"/>
              </a:ext>
            </a:extLst>
          </p:cNvPr>
          <p:cNvSpPr/>
          <p:nvPr/>
        </p:nvSpPr>
        <p:spPr>
          <a:xfrm rot="2357135">
            <a:off x="7290762" y="758736"/>
            <a:ext cx="7611036" cy="152090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8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7DF7-CC2C-EE12-88B7-450D1EE6E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CD70A01-95BC-1954-6E9D-37A747DEC8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4975" y="1351508"/>
            <a:ext cx="519873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Setup: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 for managing user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information and messages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Authentication: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sign-up with hashed passwords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Message Handling: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Encryption of messages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recipient's unique key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E77F42-77A1-8B2D-5E13-20B5C8471DB4}"/>
              </a:ext>
            </a:extLst>
          </p:cNvPr>
          <p:cNvSpPr txBox="1"/>
          <p:nvPr/>
        </p:nvSpPr>
        <p:spPr>
          <a:xfrm>
            <a:off x="6037896" y="3534816"/>
            <a:ext cx="527740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routes for user interactions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and CSS for user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testing for functionality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security</a:t>
            </a:r>
          </a:p>
          <a:p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2B127-9B2E-D882-E897-0C968701FC6E}"/>
              </a:ext>
            </a:extLst>
          </p:cNvPr>
          <p:cNvSpPr/>
          <p:nvPr/>
        </p:nvSpPr>
        <p:spPr>
          <a:xfrm rot="2357135">
            <a:off x="7290762" y="758736"/>
            <a:ext cx="7611036" cy="152090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88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A2B2-19AB-F2B9-94B8-9053392C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C7E4B95-12A5-2168-A72B-75DED223E4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13400" y="4335403"/>
            <a:ext cx="7023421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framework for application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SQLite database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 and message encryption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routes and session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38D0A-DE14-12C3-08FF-4D9A21CC06BE}"/>
              </a:ext>
            </a:extLst>
          </p:cNvPr>
          <p:cNvSpPr txBox="1"/>
          <p:nvPr/>
        </p:nvSpPr>
        <p:spPr>
          <a:xfrm>
            <a:off x="736600" y="2397948"/>
            <a:ext cx="4876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Clean, responsive user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forms for user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 for styling and usability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F4E7FF-72DF-3926-5B47-72169ECF7083}"/>
              </a:ext>
            </a:extLst>
          </p:cNvPr>
          <p:cNvSpPr/>
          <p:nvPr/>
        </p:nvSpPr>
        <p:spPr>
          <a:xfrm rot="2357135">
            <a:off x="7290762" y="758736"/>
            <a:ext cx="7611036" cy="152090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90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61260-090E-E174-5DFD-A14DD2469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735B3-6326-AF19-2C36-FDCE8C240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Addressed need for secure communication with robust encryption and authentication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data security and communication integrity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ML for anomaly detection in user behavior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additional encryption methodologies to combat evolving security threats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225937-60CA-8F47-1A74-002301073A17}"/>
              </a:ext>
            </a:extLst>
          </p:cNvPr>
          <p:cNvSpPr/>
          <p:nvPr/>
        </p:nvSpPr>
        <p:spPr>
          <a:xfrm rot="2357135">
            <a:off x="7290762" y="758736"/>
            <a:ext cx="7611036" cy="152090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69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8413B-D9EE-0157-4EFC-77A3E9BDF1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US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AD19E-EA58-D02B-51C5-9634B9F3F0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D6CFA1-9DAA-5346-FCFE-7B204E152991}"/>
              </a:ext>
            </a:extLst>
          </p:cNvPr>
          <p:cNvSpPr/>
          <p:nvPr/>
        </p:nvSpPr>
        <p:spPr>
          <a:xfrm rot="2357135">
            <a:off x="7290762" y="758736"/>
            <a:ext cx="7611036" cy="152090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3768AC-F540-4F38-8643-69484B3EC75C}"/>
              </a:ext>
            </a:extLst>
          </p:cNvPr>
          <p:cNvSpPr/>
          <p:nvPr/>
        </p:nvSpPr>
        <p:spPr>
          <a:xfrm rot="2357135">
            <a:off x="-3605837" y="6097546"/>
            <a:ext cx="7611036" cy="152090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49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75000"/>
          </a:schemeClr>
        </a:solidFill>
        <a:ln>
          <a:solidFill>
            <a:schemeClr val="accent1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335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SECURED MESSAGE SENDING PLATFORM  Using Python and ML </vt:lpstr>
      <vt:lpstr>Abstract</vt:lpstr>
      <vt:lpstr>INTRODUCTION</vt:lpstr>
      <vt:lpstr>Existing Method </vt:lpstr>
      <vt:lpstr>Proposed Method with Architecture </vt:lpstr>
      <vt:lpstr>Methodology</vt:lpstr>
      <vt:lpstr>Implementation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wande</dc:creator>
  <cp:lastModifiedBy>anurag wande</cp:lastModifiedBy>
  <cp:revision>1</cp:revision>
  <dcterms:created xsi:type="dcterms:W3CDTF">2024-07-17T04:49:18Z</dcterms:created>
  <dcterms:modified xsi:type="dcterms:W3CDTF">2024-07-17T06:00:06Z</dcterms:modified>
</cp:coreProperties>
</file>